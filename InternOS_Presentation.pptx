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029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502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InternOS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20040" y="15087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Intern Management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20040" y="30175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B4D8"/>
                </a:solidFill>
              </a:rPr>
              <a:t>A secure, role-based platform to manage interns,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4D8"/>
                </a:solidFill>
              </a:rPr>
              <a:t>tasks, attendance, evaluations and more — powered by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4D8"/>
                </a:solidFill>
              </a:rPr>
              <a:t>Next.js, Hasura, PostgreSQL &amp; AI.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Next.js 16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Hasura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PostgreSQL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175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NextAuth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319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</a:rPr>
              <a:t>Vanna AI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11C3A"/>
          </a:solidFill>
          <a:ln w="12700">
            <a:solidFill>
              <a:srgbClr val="111C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7800" y="457200"/>
            <a:ext cx="3566160" cy="4206240"/>
          </a:xfrm>
          <a:prstGeom prst="rect">
            <a:avLst/>
          </a:prstGeom>
          <a:solidFill>
            <a:srgbClr val="152347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257800" y="457200"/>
            <a:ext cx="822960" cy="42062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914400"/>
            <a:ext cx="5486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13716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18288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22860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94960" y="27432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94960" y="32004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77724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217920" y="795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48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17920" y="10789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9FD4"/>
                </a:solidFill>
              </a:rPr>
              <a:t>Interns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06640" y="77724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406640" y="795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06640" y="10789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9FD4"/>
                </a:solidFill>
              </a:rPr>
              <a:t>Depts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17920" y="155448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217920" y="15727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95%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1792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9FD4"/>
                </a:solidFill>
              </a:rPr>
              <a:t>Attend.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06640" y="155448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406640" y="15727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4.2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0664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9FD4"/>
                </a:solidFill>
              </a:rPr>
              <a:t>Avg Score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2377440"/>
            <a:ext cx="237744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2624328"/>
            <a:ext cx="2377440" cy="201168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2871216"/>
            <a:ext cx="237744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3118104"/>
            <a:ext cx="2377440" cy="201168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InternOS?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InternOS helps organizations manage interns — tracking profiles, tasks, attendance, evaluations and announcements — all in one secure platform with role-based access control.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FBE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5B"/>
                </a:solidFill>
              </a:rPr>
              <a:t>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 enters email &amp; password. Server verifies credentials and generates a JWT token with role claims.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FBE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5B"/>
                </a:solidFill>
              </a:rPr>
              <a:t>Role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session reads the JWT role and the Sidebar shows/hides navigation links based on Admin, HR, Mentor or Intern.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5FBE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B5B"/>
                </a:solidFill>
              </a:rPr>
              <a:t>Live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Every page fetches data via GraphQL through Hasura. Row-level permissions ensure users see only what they're allowed.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99232" y="333756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833872" y="333756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Roles &amp; Access Control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566160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06040" cy="5943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99339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ALL interns across departments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249631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Add, Edit, Delete any intern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99923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Manage Departments &amp; Users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50215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Access AI Chatbot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400507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dashboard charts &amp; stats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606040" cy="356616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234440"/>
            <a:ext cx="2606040" cy="59436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HR / Mentor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64992" y="199339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interns in their department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4992" y="249631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Add and Edit interns in dept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299923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Access AI Chatbot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350215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Filter and search interns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400507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evaluations &amp; attendance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1234440"/>
            <a:ext cx="2606040" cy="3566160"/>
          </a:xfrm>
          <a:prstGeom prst="rect">
            <a:avLst/>
          </a:prstGeom>
          <a:solidFill>
            <a:srgbClr val="EFF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234440"/>
            <a:ext cx="260604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632" y="199339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their own profile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9632" y="249631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Edit name, phone, gender only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299923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tasks assigned to them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350215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own attendance record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400507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View announcements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Features &amp; 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9659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Auth &amp; JWT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NextAuth + bcrypt + Hasura JWT claims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234440"/>
            <a:ext cx="1965960" cy="64008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399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 / HR / Mentor / Intern permissions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1772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17720" y="1234440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3990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Intern Management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916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CRUD — profiles, departments, search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6656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234440"/>
            <a:ext cx="196596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13990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033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Task Tracking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Assign, update, and complete tasks by role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2971800"/>
            <a:ext cx="196596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3639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381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1148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Daily check-in/out tracking per intern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46888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468880" y="2971800"/>
            <a:ext cx="1965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313639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6265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Evaluations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6032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Mentor reviews and scoring for interns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1772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17720" y="2971800"/>
            <a:ext cx="19659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136392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1149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Announcements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916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System-wide notifications for all users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76656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766560" y="2971800"/>
            <a:ext cx="1965960" cy="64008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3136392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6033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AI Chatbot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5800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Vanna AI — natural language to SQL queries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Database Schema &amp;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interns  (Central)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09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5FBE"/>
                </a:solidFill>
              </a:rPr>
              <a:t>id (PK)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066544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084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user_id (FK → users)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441448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59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department_id (FK)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816352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institute_id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3191256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2095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status_id (FK)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name, gender, phone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941064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959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start_date, end_date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4315968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334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created_at · deleted_at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28016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128016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16276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94767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email (UNIQUE)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26771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password_hash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58775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role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90779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department_id (FK)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128016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46520" y="128016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16276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194767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name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46520" y="226771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head_id (FK)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258775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5624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created_at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290779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56248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deleted_at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" y="320040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28600" y="320040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54787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86791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title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" y="418795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assigned_to (FK)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" y="450799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status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8280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due_date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320040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46520" y="320040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46520" y="354787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6248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46520" y="386791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56248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intern_id (FK)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46520" y="418795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56248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score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46520" y="450799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56248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comment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46520" y="48280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56248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created_at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697480" y="2240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FK →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943600" y="2240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FK →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PK = Primary Key  ·  FK = Foreign Key  ·  UUID for all IDs  ·  Soft delete via deleted_at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Chatbot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Powered by Vanna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2984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LLaMA 3.3-70b via Groq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7556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Text-to-SQL with Vanna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22128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Queries live PostgreSQL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6700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ChromaDB for vector embeddings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31272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JWT-protected — admin/hr/mentor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5844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Runs as separate Python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4069080" cy="548640"/>
          </a:xfrm>
          <a:prstGeom prst="roundRect">
            <a:avLst>
              <a:gd name="adj" fmla="val 20000"/>
            </a:avLst>
          </a:prstGeom>
          <a:solidFill>
            <a:srgbClr val="1A306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0873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8BDF8"/>
                </a:solidFill>
              </a:rPr>
              <a:t>Example: "How many interns have CGPA above 8 in AI dept?"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Highlights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804672"/>
            <a:ext cx="3931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0058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90525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4 role-based dashboards (Admin, HR, Mentor, Intern)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3441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Full intern lifecycle management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188366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7830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Search by name + filter by dept / status /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32257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22199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Soft delete — data never permanently removed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76148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6609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Formik + Zod validation on all forms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09981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react-hot-toast for real-time notifications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63931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5387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Hasura admin-secret secured API routes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407822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9776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</a:rPr>
              <a:t>JWT custom encode with Hasura claims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1528"/>
          </a:solidFill>
          <a:ln w="12700">
            <a:solidFill>
              <a:srgbClr val="0A15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FA5"/>
                </a:solidFill>
              </a:rPr>
              <a:t>Thank You  ·  InternOS – Intern Management System  ·  Built with Next.js · Hasura · PostgreSQL · Vanna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Evaluations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Mentor / Admin only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 Skill Score Categories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9105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91056"/>
            <a:ext cx="54864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5910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Technical Skill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92808" y="1682496"/>
            <a:ext cx="228600" cy="22860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2808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0008" y="159105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0008" y="1591056"/>
            <a:ext cx="54864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15910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Problem Solving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22776" y="1682496"/>
            <a:ext cx="228600" cy="22860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2776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09397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093976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Communication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92808" y="2185416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92808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50008" y="209397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0008" y="2093976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Teamwork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22776" y="2185416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2776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59689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596896"/>
            <a:ext cx="54864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596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Initiative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92808" y="2688336"/>
            <a:ext cx="228600" cy="2286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92808" y="2688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50008" y="259689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0008" y="2596896"/>
            <a:ext cx="54864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78024" y="2596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Time Management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22776" y="2688336"/>
            <a:ext cx="228600" cy="2286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22776" y="2688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09981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099816"/>
            <a:ext cx="54864" cy="4114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" y="309981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Learning Ability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92808" y="3191256"/>
            <a:ext cx="228600" cy="22860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92808" y="31912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50008" y="309981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0008" y="3099816"/>
            <a:ext cx="54864" cy="4114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78024" y="309981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Ownership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22776" y="3191256"/>
            <a:ext cx="228600" cy="22860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22776" y="31912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630168"/>
            <a:ext cx="4023360" cy="475488"/>
          </a:xfrm>
          <a:prstGeom prst="rect">
            <a:avLst/>
          </a:prstGeom>
          <a:solidFill>
            <a:srgbClr val="E8EDF8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6301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5B"/>
                </a:solidFill>
              </a:rPr>
              <a:t>Overall Score  —  Auto-calculated from all 8 skills or set manually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86200" y="3694176"/>
            <a:ext cx="347472" cy="347472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320040" y="4197096"/>
            <a:ext cx="402336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+ Written feedback: Strengths · Improvement Areas · Mentor Notes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Views &amp; Charts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800600" y="1591056"/>
            <a:ext cx="4023360" cy="512064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1591056"/>
            <a:ext cx="640080" cy="512064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159105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22976" y="1645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See all interns' evaluations across all departments. Add &amp; edit.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2176272"/>
            <a:ext cx="402336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2176272"/>
            <a:ext cx="640080" cy="512064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21762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Mentor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522976" y="223113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Add evaluations for their interns. Edit existing ones.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00600" y="2761488"/>
            <a:ext cx="4023360" cy="512064"/>
          </a:xfrm>
          <a:prstGeom prst="rect">
            <a:avLst/>
          </a:prstGeom>
          <a:solidFill>
            <a:srgbClr val="EF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2761488"/>
            <a:ext cx="64008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27614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522976" y="28163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View-only access. Cannot add or modify evaluations.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800600" y="3346704"/>
            <a:ext cx="4023360" cy="51206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00600" y="3346704"/>
            <a:ext cx="64008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0600" y="33467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522976" y="34015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Sees only their own evaluations + personal score progress chart.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00600" y="3977640"/>
            <a:ext cx="4023360" cy="292608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</a:rPr>
              <a:t>Visual Charts included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828032" y="43434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1091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Radar Chart  —  8-axis skill breakdown per eval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828032" y="45720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10912" y="4507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Bar Chart  —  Overall score per intern, sorted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28032" y="48006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10912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Progress Line Chart  —  Intern's score trend over time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Chatbot Module — 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36776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591056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9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User submits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8105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Only admin / hr / mentor roles allowed (401 for interns)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167128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121408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1396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Role scope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Admin → full DB. HR/Mentor → department filtered via WHERE clause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697480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2651760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6700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Vanna AI called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7121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Natural language question sent to FastAPI on port 8000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227832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3182112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2004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SQL validation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34015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Blocks INSERT, UPDATE, DELETE, DROP — SELECT only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758184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" y="3712464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307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Dept filter enforced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SQL must contain the department UUID or request is rejected (403)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4288536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" y="4242816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2611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5B"/>
                </a:solidFill>
              </a:rPr>
              <a:t>Sensitive columns stripped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4462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password, password_hash, token, api_key never returned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" y="190195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" y="24323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" y="29626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" y="34930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" y="402336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Layers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1591056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1591056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16093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requireAuth()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1810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Server-side session check on every request via getServerSession()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212140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2121408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1396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allowlist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23408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ROLE_ALLOWLIST = { admin, mentor, hr } — interns get 401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2651760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651760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isUnsafeSql()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28712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Regex blocks all mutation keywords before query runs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00600" y="31821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3182112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hasDepartmentFilter()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37760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Checks UUID present in SQL string — 403 if missing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3712464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3712464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filterSensitiveColumns()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37760" y="3931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Strips password, token, api_key from results before response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00600" y="424281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4242816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3776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HIDDEN_COLUMNS (UI)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4462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id, user_id, dept_id etc. hidden from table even if returned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4048" y="4764024"/>
            <a:ext cx="1316736" cy="219456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Vanna 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10512" y="4764024"/>
            <a:ext cx="1316736" cy="219456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10512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LLaMA 3.3-70b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236976" y="4764024"/>
            <a:ext cx="1316736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36976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Groq API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63440" y="4764024"/>
            <a:ext cx="1316736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ChromaDB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9904" y="4764024"/>
            <a:ext cx="131673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089904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FastAPI :8000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516368" y="4764024"/>
            <a:ext cx="1316736" cy="2194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16368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InternOS – Intern Management System</dc:title>
  <dc:subject>PptxGenJS Presentation</dc:subject>
  <dc:creator>PptxGenJS</dc:creator>
  <cp:lastModifiedBy>PptxGenJS</cp:lastModifiedBy>
  <cp:revision>1</cp:revision>
  <dcterms:created xsi:type="dcterms:W3CDTF">2026-04-05T14:06:16Z</dcterms:created>
  <dcterms:modified xsi:type="dcterms:W3CDTF">2026-04-05T14:06:16Z</dcterms:modified>
</cp:coreProperties>
</file>